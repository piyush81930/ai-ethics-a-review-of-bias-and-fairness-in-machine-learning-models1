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8"/>
  </p:notesMasterIdLst>
  <p:handoutMasterIdLst>
    <p:handoutMasterId r:id="rId19"/>
  </p:handoutMasterIdLst>
  <p:sldIdLst>
    <p:sldId id="277" r:id="rId4"/>
    <p:sldId id="399" r:id="rId5"/>
    <p:sldId id="400" r:id="rId6"/>
    <p:sldId id="408" r:id="rId7"/>
    <p:sldId id="401" r:id="rId8"/>
    <p:sldId id="402" r:id="rId9"/>
    <p:sldId id="410" r:id="rId10"/>
    <p:sldId id="411" r:id="rId11"/>
    <p:sldId id="416" r:id="rId12"/>
    <p:sldId id="412" r:id="rId13"/>
    <p:sldId id="413" r:id="rId14"/>
    <p:sldId id="414" r:id="rId15"/>
    <p:sldId id="415" r:id="rId16"/>
    <p:sldId id="4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D3D38-F3F5-4FF9-B7FB-75DD0A2C1C1E}" v="79" dt="2025-11-13T11:41:44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1200" y="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singh" userId="668bafdbc7d54337" providerId="LiveId" clId="{5842E8C9-93D4-4D0B-92B8-E59709468EA1}"/>
    <pc:docChg chg="undo custSel modSld sldOrd">
      <pc:chgData name="Kamal singh" userId="668bafdbc7d54337" providerId="LiveId" clId="{5842E8C9-93D4-4D0B-92B8-E59709468EA1}" dt="2025-11-13T11:43:15.661" v="184" actId="122"/>
      <pc:docMkLst>
        <pc:docMk/>
      </pc:docMkLst>
      <pc:sldChg chg="modSp mod">
        <pc:chgData name="Kamal singh" userId="668bafdbc7d54337" providerId="LiveId" clId="{5842E8C9-93D4-4D0B-92B8-E59709468EA1}" dt="2025-11-13T11:40:54.429" v="165" actId="1076"/>
        <pc:sldMkLst>
          <pc:docMk/>
          <pc:sldMk cId="2605982579" sldId="399"/>
        </pc:sldMkLst>
        <pc:spChg chg="mod">
          <ac:chgData name="Kamal singh" userId="668bafdbc7d54337" providerId="LiveId" clId="{5842E8C9-93D4-4D0B-92B8-E59709468EA1}" dt="2025-11-13T11:40:51.223" v="164" actId="1076"/>
          <ac:spMkLst>
            <pc:docMk/>
            <pc:sldMk cId="2605982579" sldId="399"/>
            <ac:spMk id="2" creationId="{00000000-0000-0000-0000-000000000000}"/>
          </ac:spMkLst>
        </pc:spChg>
        <pc:spChg chg="mod">
          <ac:chgData name="Kamal singh" userId="668bafdbc7d54337" providerId="LiveId" clId="{5842E8C9-93D4-4D0B-92B8-E59709468EA1}" dt="2025-11-13T11:40:54.429" v="165" actId="1076"/>
          <ac:spMkLst>
            <pc:docMk/>
            <pc:sldMk cId="2605982579" sldId="399"/>
            <ac:spMk id="3" creationId="{00000000-0000-0000-0000-000000000000}"/>
          </ac:spMkLst>
        </pc:spChg>
      </pc:sldChg>
      <pc:sldChg chg="addSp modSp mod">
        <pc:chgData name="Kamal singh" userId="668bafdbc7d54337" providerId="LiveId" clId="{5842E8C9-93D4-4D0B-92B8-E59709468EA1}" dt="2025-11-13T11:41:12.869" v="169" actId="255"/>
        <pc:sldMkLst>
          <pc:docMk/>
          <pc:sldMk cId="3401012766" sldId="400"/>
        </pc:sldMkLst>
        <pc:spChg chg="mod">
          <ac:chgData name="Kamal singh" userId="668bafdbc7d54337" providerId="LiveId" clId="{5842E8C9-93D4-4D0B-92B8-E59709468EA1}" dt="2025-11-13T11:41:12.869" v="169" actId="255"/>
          <ac:spMkLst>
            <pc:docMk/>
            <pc:sldMk cId="3401012766" sldId="400"/>
            <ac:spMk id="2" creationId="{00000000-0000-0000-0000-000000000000}"/>
          </ac:spMkLst>
        </pc:spChg>
        <pc:spChg chg="mod">
          <ac:chgData name="Kamal singh" userId="668bafdbc7d54337" providerId="LiveId" clId="{5842E8C9-93D4-4D0B-92B8-E59709468EA1}" dt="2025-11-13T11:34:26.382" v="117" actId="14100"/>
          <ac:spMkLst>
            <pc:docMk/>
            <pc:sldMk cId="3401012766" sldId="400"/>
            <ac:spMk id="3" creationId="{00000000-0000-0000-0000-000000000000}"/>
          </ac:spMkLst>
        </pc:spChg>
        <pc:spChg chg="add">
          <ac:chgData name="Kamal singh" userId="668bafdbc7d54337" providerId="LiveId" clId="{5842E8C9-93D4-4D0B-92B8-E59709468EA1}" dt="2025-11-13T11:17:13.537" v="29"/>
          <ac:spMkLst>
            <pc:docMk/>
            <pc:sldMk cId="3401012766" sldId="400"/>
            <ac:spMk id="5" creationId="{D562E9EF-E4F9-EF95-5F89-7143D4CAD52F}"/>
          </ac:spMkLst>
        </pc:spChg>
        <pc:spChg chg="add mod">
          <ac:chgData name="Kamal singh" userId="668bafdbc7d54337" providerId="LiveId" clId="{5842E8C9-93D4-4D0B-92B8-E59709468EA1}" dt="2025-11-13T11:17:18.988" v="31"/>
          <ac:spMkLst>
            <pc:docMk/>
            <pc:sldMk cId="3401012766" sldId="400"/>
            <ac:spMk id="6" creationId="{A65C8747-FC25-819A-73FF-13D44A90A63C}"/>
          </ac:spMkLst>
        </pc:spChg>
        <pc:spChg chg="add mod">
          <ac:chgData name="Kamal singh" userId="668bafdbc7d54337" providerId="LiveId" clId="{5842E8C9-93D4-4D0B-92B8-E59709468EA1}" dt="2025-11-13T11:17:52.614" v="37" actId="14100"/>
          <ac:spMkLst>
            <pc:docMk/>
            <pc:sldMk cId="3401012766" sldId="400"/>
            <ac:spMk id="7" creationId="{6E8253CC-3F8B-01CC-5EA6-451F8ED2D791}"/>
          </ac:spMkLst>
        </pc:spChg>
        <pc:spChg chg="add mod">
          <ac:chgData name="Kamal singh" userId="668bafdbc7d54337" providerId="LiveId" clId="{5842E8C9-93D4-4D0B-92B8-E59709468EA1}" dt="2025-11-13T11:17:42.894" v="36"/>
          <ac:spMkLst>
            <pc:docMk/>
            <pc:sldMk cId="3401012766" sldId="400"/>
            <ac:spMk id="8" creationId="{8AD99483-01FB-3997-C525-DBB526DCBACE}"/>
          </ac:spMkLst>
        </pc:spChg>
        <pc:picChg chg="add mod">
          <ac:chgData name="Kamal singh" userId="668bafdbc7d54337" providerId="LiveId" clId="{5842E8C9-93D4-4D0B-92B8-E59709468EA1}" dt="2025-11-13T11:34:33.729" v="119" actId="1076"/>
          <ac:picMkLst>
            <pc:docMk/>
            <pc:sldMk cId="3401012766" sldId="400"/>
            <ac:picMk id="5130" creationId="{21B8F53A-6811-4FD8-CA07-AD0BD6704C28}"/>
          </ac:picMkLst>
        </pc:picChg>
      </pc:sldChg>
      <pc:sldChg chg="addSp modSp mod">
        <pc:chgData name="Kamal singh" userId="668bafdbc7d54337" providerId="LiveId" clId="{5842E8C9-93D4-4D0B-92B8-E59709468EA1}" dt="2025-11-13T11:41:44.364" v="173" actId="1076"/>
        <pc:sldMkLst>
          <pc:docMk/>
          <pc:sldMk cId="4093034545" sldId="401"/>
        </pc:sldMkLst>
        <pc:spChg chg="mod">
          <ac:chgData name="Kamal singh" userId="668bafdbc7d54337" providerId="LiveId" clId="{5842E8C9-93D4-4D0B-92B8-E59709468EA1}" dt="2025-11-13T11:41:37.934" v="172" actId="1076"/>
          <ac:spMkLst>
            <pc:docMk/>
            <pc:sldMk cId="4093034545" sldId="401"/>
            <ac:spMk id="2" creationId="{00000000-0000-0000-0000-000000000000}"/>
          </ac:spMkLst>
        </pc:spChg>
        <pc:spChg chg="mod">
          <ac:chgData name="Kamal singh" userId="668bafdbc7d54337" providerId="LiveId" clId="{5842E8C9-93D4-4D0B-92B8-E59709468EA1}" dt="2025-11-13T11:41:44.364" v="173" actId="1076"/>
          <ac:spMkLst>
            <pc:docMk/>
            <pc:sldMk cId="4093034545" sldId="401"/>
            <ac:spMk id="9" creationId="{72220A90-CF06-47BD-CD26-74834B481D6F}"/>
          </ac:spMkLst>
        </pc:spChg>
        <pc:picChg chg="add mod">
          <ac:chgData name="Kamal singh" userId="668bafdbc7d54337" providerId="LiveId" clId="{5842E8C9-93D4-4D0B-92B8-E59709468EA1}" dt="2025-11-13T11:15:27.761" v="12" actId="14100"/>
          <ac:picMkLst>
            <pc:docMk/>
            <pc:sldMk cId="4093034545" sldId="401"/>
            <ac:picMk id="3075" creationId="{7D6BC614-19DF-A170-C4B5-330332889117}"/>
          </ac:picMkLst>
        </pc:picChg>
      </pc:sldChg>
      <pc:sldChg chg="modSp mod">
        <pc:chgData name="Kamal singh" userId="668bafdbc7d54337" providerId="LiveId" clId="{5842E8C9-93D4-4D0B-92B8-E59709468EA1}" dt="2025-11-13T11:41:58.296" v="175" actId="255"/>
        <pc:sldMkLst>
          <pc:docMk/>
          <pc:sldMk cId="474965306" sldId="402"/>
        </pc:sldMkLst>
        <pc:spChg chg="mod">
          <ac:chgData name="Kamal singh" userId="668bafdbc7d54337" providerId="LiveId" clId="{5842E8C9-93D4-4D0B-92B8-E59709468EA1}" dt="2025-11-13T11:41:58.296" v="175" actId="255"/>
          <ac:spMkLst>
            <pc:docMk/>
            <pc:sldMk cId="474965306" sldId="402"/>
            <ac:spMk id="2" creationId="{00000000-0000-0000-0000-000000000000}"/>
          </ac:spMkLst>
        </pc:spChg>
      </pc:sldChg>
      <pc:sldChg chg="modSp mod">
        <pc:chgData name="Kamal singh" userId="668bafdbc7d54337" providerId="LiveId" clId="{5842E8C9-93D4-4D0B-92B8-E59709468EA1}" dt="2025-11-13T11:41:24.603" v="170" actId="255"/>
        <pc:sldMkLst>
          <pc:docMk/>
          <pc:sldMk cId="3363396004" sldId="408"/>
        </pc:sldMkLst>
        <pc:spChg chg="mod">
          <ac:chgData name="Kamal singh" userId="668bafdbc7d54337" providerId="LiveId" clId="{5842E8C9-93D4-4D0B-92B8-E59709468EA1}" dt="2025-11-13T11:41:24.603" v="170" actId="255"/>
          <ac:spMkLst>
            <pc:docMk/>
            <pc:sldMk cId="3363396004" sldId="408"/>
            <ac:spMk id="2" creationId="{964A0B6E-512D-7064-1447-C51D5C5A5D16}"/>
          </ac:spMkLst>
        </pc:spChg>
        <pc:spChg chg="mod">
          <ac:chgData name="Kamal singh" userId="668bafdbc7d54337" providerId="LiveId" clId="{5842E8C9-93D4-4D0B-92B8-E59709468EA1}" dt="2025-11-13T11:14:43.783" v="3" actId="14100"/>
          <ac:spMkLst>
            <pc:docMk/>
            <pc:sldMk cId="3363396004" sldId="408"/>
            <ac:spMk id="8" creationId="{7BE9E875-2BCC-1C20-DFDD-D70EC1DD2D41}"/>
          </ac:spMkLst>
        </pc:spChg>
      </pc:sldChg>
      <pc:sldChg chg="modSp mod">
        <pc:chgData name="Kamal singh" userId="668bafdbc7d54337" providerId="LiveId" clId="{5842E8C9-93D4-4D0B-92B8-E59709468EA1}" dt="2025-11-13T11:43:15.661" v="184" actId="122"/>
        <pc:sldMkLst>
          <pc:docMk/>
          <pc:sldMk cId="1202837153" sldId="409"/>
        </pc:sldMkLst>
        <pc:spChg chg="mod">
          <ac:chgData name="Kamal singh" userId="668bafdbc7d54337" providerId="LiveId" clId="{5842E8C9-93D4-4D0B-92B8-E59709468EA1}" dt="2025-11-13T11:43:15.661" v="184" actId="122"/>
          <ac:spMkLst>
            <pc:docMk/>
            <pc:sldMk cId="1202837153" sldId="409"/>
            <ac:spMk id="2" creationId="{3DB373B7-4443-42B0-0B6E-F3442F8F28D9}"/>
          </ac:spMkLst>
        </pc:spChg>
      </pc:sldChg>
      <pc:sldChg chg="modSp mod">
        <pc:chgData name="Kamal singh" userId="668bafdbc7d54337" providerId="LiveId" clId="{5842E8C9-93D4-4D0B-92B8-E59709468EA1}" dt="2025-11-13T11:42:10.717" v="176" actId="255"/>
        <pc:sldMkLst>
          <pc:docMk/>
          <pc:sldMk cId="3058284927" sldId="410"/>
        </pc:sldMkLst>
        <pc:spChg chg="mod">
          <ac:chgData name="Kamal singh" userId="668bafdbc7d54337" providerId="LiveId" clId="{5842E8C9-93D4-4D0B-92B8-E59709468EA1}" dt="2025-11-13T11:42:10.717" v="176" actId="255"/>
          <ac:spMkLst>
            <pc:docMk/>
            <pc:sldMk cId="3058284927" sldId="410"/>
            <ac:spMk id="2" creationId="{66011F42-5E1A-1224-57C5-89273F15EF17}"/>
          </ac:spMkLst>
        </pc:spChg>
        <pc:spChg chg="mod">
          <ac:chgData name="Kamal singh" userId="668bafdbc7d54337" providerId="LiveId" clId="{5842E8C9-93D4-4D0B-92B8-E59709468EA1}" dt="2025-11-13T11:32:55.254" v="106" actId="1076"/>
          <ac:spMkLst>
            <pc:docMk/>
            <pc:sldMk cId="3058284927" sldId="410"/>
            <ac:spMk id="6" creationId="{776812E5-0C23-69C0-7D42-F28B0D84AE5F}"/>
          </ac:spMkLst>
        </pc:spChg>
      </pc:sldChg>
      <pc:sldChg chg="addSp delSp modSp mod">
        <pc:chgData name="Kamal singh" userId="668bafdbc7d54337" providerId="LiveId" clId="{5842E8C9-93D4-4D0B-92B8-E59709468EA1}" dt="2025-11-13T11:42:18.804" v="177" actId="255"/>
        <pc:sldMkLst>
          <pc:docMk/>
          <pc:sldMk cId="3672829634" sldId="411"/>
        </pc:sldMkLst>
        <pc:spChg chg="mod">
          <ac:chgData name="Kamal singh" userId="668bafdbc7d54337" providerId="LiveId" clId="{5842E8C9-93D4-4D0B-92B8-E59709468EA1}" dt="2025-11-13T11:42:18.804" v="177" actId="255"/>
          <ac:spMkLst>
            <pc:docMk/>
            <pc:sldMk cId="3672829634" sldId="411"/>
            <ac:spMk id="2" creationId="{79678CE3-4E88-9EDF-FD0E-9409A57AA2E9}"/>
          </ac:spMkLst>
        </pc:spChg>
        <pc:spChg chg="add del mod">
          <ac:chgData name="Kamal singh" userId="668bafdbc7d54337" providerId="LiveId" clId="{5842E8C9-93D4-4D0B-92B8-E59709468EA1}" dt="2025-11-13T11:27:42.928" v="75"/>
          <ac:spMkLst>
            <pc:docMk/>
            <pc:sldMk cId="3672829634" sldId="411"/>
            <ac:spMk id="6" creationId="{82EB202F-F261-56F6-60F0-59F2D6B8B289}"/>
          </ac:spMkLst>
        </pc:spChg>
        <pc:spChg chg="add del mod">
          <ac:chgData name="Kamal singh" userId="668bafdbc7d54337" providerId="LiveId" clId="{5842E8C9-93D4-4D0B-92B8-E59709468EA1}" dt="2025-11-13T11:27:46.060" v="76"/>
          <ac:spMkLst>
            <pc:docMk/>
            <pc:sldMk cId="3672829634" sldId="411"/>
            <ac:spMk id="7" creationId="{6F6C8945-B4E7-E481-3B16-DAB9472C0385}"/>
          </ac:spMkLst>
        </pc:spChg>
        <pc:spChg chg="add del mod">
          <ac:chgData name="Kamal singh" userId="668bafdbc7d54337" providerId="LiveId" clId="{5842E8C9-93D4-4D0B-92B8-E59709468EA1}" dt="2025-11-13T11:27:56.307" v="77"/>
          <ac:spMkLst>
            <pc:docMk/>
            <pc:sldMk cId="3672829634" sldId="411"/>
            <ac:spMk id="8" creationId="{9DF1ED16-9756-F857-CE8E-D5C3510F3168}"/>
          </ac:spMkLst>
        </pc:spChg>
        <pc:spChg chg="add del mod">
          <ac:chgData name="Kamal singh" userId="668bafdbc7d54337" providerId="LiveId" clId="{5842E8C9-93D4-4D0B-92B8-E59709468EA1}" dt="2025-11-13T11:28:10.064" v="79"/>
          <ac:spMkLst>
            <pc:docMk/>
            <pc:sldMk cId="3672829634" sldId="411"/>
            <ac:spMk id="9" creationId="{134EB7BE-D930-4916-1449-0027C1B4037E}"/>
          </ac:spMkLst>
        </pc:spChg>
        <pc:spChg chg="add del mod">
          <ac:chgData name="Kamal singh" userId="668bafdbc7d54337" providerId="LiveId" clId="{5842E8C9-93D4-4D0B-92B8-E59709468EA1}" dt="2025-11-13T11:29:30.675" v="83" actId="931"/>
          <ac:spMkLst>
            <pc:docMk/>
            <pc:sldMk cId="3672829634" sldId="411"/>
            <ac:spMk id="10" creationId="{4DABEB46-8A20-8C3E-9A11-33657703EBA7}"/>
          </ac:spMkLst>
        </pc:spChg>
        <pc:picChg chg="del">
          <ac:chgData name="Kamal singh" userId="668bafdbc7d54337" providerId="LiveId" clId="{5842E8C9-93D4-4D0B-92B8-E59709468EA1}" dt="2025-11-13T11:27:40.527" v="74" actId="478"/>
          <ac:picMkLst>
            <pc:docMk/>
            <pc:sldMk cId="3672829634" sldId="411"/>
            <ac:picMk id="5" creationId="{068F3684-435D-14CC-3549-8C9181B5F10A}"/>
          </ac:picMkLst>
        </pc:picChg>
        <pc:picChg chg="add mod">
          <ac:chgData name="Kamal singh" userId="668bafdbc7d54337" providerId="LiveId" clId="{5842E8C9-93D4-4D0B-92B8-E59709468EA1}" dt="2025-11-13T11:30:03.041" v="92" actId="1076"/>
          <ac:picMkLst>
            <pc:docMk/>
            <pc:sldMk cId="3672829634" sldId="411"/>
            <ac:picMk id="12" creationId="{E48F4F4D-3D6D-D2DD-9208-B1B6962DEC72}"/>
          </ac:picMkLst>
        </pc:picChg>
      </pc:sldChg>
      <pc:sldChg chg="modSp mod ord">
        <pc:chgData name="Kamal singh" userId="668bafdbc7d54337" providerId="LiveId" clId="{5842E8C9-93D4-4D0B-92B8-E59709468EA1}" dt="2025-11-13T11:42:35.156" v="179" actId="255"/>
        <pc:sldMkLst>
          <pc:docMk/>
          <pc:sldMk cId="3476066043" sldId="412"/>
        </pc:sldMkLst>
        <pc:spChg chg="mod">
          <ac:chgData name="Kamal singh" userId="668bafdbc7d54337" providerId="LiveId" clId="{5842E8C9-93D4-4D0B-92B8-E59709468EA1}" dt="2025-11-13T11:42:35.156" v="179" actId="255"/>
          <ac:spMkLst>
            <pc:docMk/>
            <pc:sldMk cId="3476066043" sldId="412"/>
            <ac:spMk id="2" creationId="{8CB98341-898D-438C-7D41-01ACD21553A2}"/>
          </ac:spMkLst>
        </pc:spChg>
        <pc:spChg chg="mod">
          <ac:chgData name="Kamal singh" userId="668bafdbc7d54337" providerId="LiveId" clId="{5842E8C9-93D4-4D0B-92B8-E59709468EA1}" dt="2025-11-13T11:32:14.768" v="102" actId="14100"/>
          <ac:spMkLst>
            <pc:docMk/>
            <pc:sldMk cId="3476066043" sldId="412"/>
            <ac:spMk id="5" creationId="{886C61B9-C371-CD5D-085D-960316223384}"/>
          </ac:spMkLst>
        </pc:spChg>
      </pc:sldChg>
      <pc:sldChg chg="addSp modSp mod">
        <pc:chgData name="Kamal singh" userId="668bafdbc7d54337" providerId="LiveId" clId="{5842E8C9-93D4-4D0B-92B8-E59709468EA1}" dt="2025-11-13T11:42:43.724" v="180" actId="255"/>
        <pc:sldMkLst>
          <pc:docMk/>
          <pc:sldMk cId="3637882714" sldId="413"/>
        </pc:sldMkLst>
        <pc:spChg chg="mod">
          <ac:chgData name="Kamal singh" userId="668bafdbc7d54337" providerId="LiveId" clId="{5842E8C9-93D4-4D0B-92B8-E59709468EA1}" dt="2025-11-13T11:42:43.724" v="180" actId="255"/>
          <ac:spMkLst>
            <pc:docMk/>
            <pc:sldMk cId="3637882714" sldId="413"/>
            <ac:spMk id="2" creationId="{586FC343-5E9C-1DEB-6E81-4EB29459B5F3}"/>
          </ac:spMkLst>
        </pc:spChg>
        <pc:spChg chg="mod">
          <ac:chgData name="Kamal singh" userId="668bafdbc7d54337" providerId="LiveId" clId="{5842E8C9-93D4-4D0B-92B8-E59709468EA1}" dt="2025-11-13T11:20:15.422" v="49" actId="14100"/>
          <ac:spMkLst>
            <pc:docMk/>
            <pc:sldMk cId="3637882714" sldId="413"/>
            <ac:spMk id="5" creationId="{207B5138-1562-11CF-35F5-B62A49619D4F}"/>
          </ac:spMkLst>
        </pc:spChg>
        <pc:spChg chg="add mod">
          <ac:chgData name="Kamal singh" userId="668bafdbc7d54337" providerId="LiveId" clId="{5842E8C9-93D4-4D0B-92B8-E59709468EA1}" dt="2025-11-13T11:18:49.549" v="42" actId="14100"/>
          <ac:spMkLst>
            <pc:docMk/>
            <pc:sldMk cId="3637882714" sldId="413"/>
            <ac:spMk id="6" creationId="{4792CA3B-7989-80B8-C589-18471C73A891}"/>
          </ac:spMkLst>
        </pc:spChg>
        <pc:spChg chg="add mod">
          <ac:chgData name="Kamal singh" userId="668bafdbc7d54337" providerId="LiveId" clId="{5842E8C9-93D4-4D0B-92B8-E59709468EA1}" dt="2025-11-13T11:19:03.152" v="43"/>
          <ac:spMkLst>
            <pc:docMk/>
            <pc:sldMk cId="3637882714" sldId="413"/>
            <ac:spMk id="7" creationId="{0DA99A9F-86BD-CFA5-978F-06BA0B8E4BDE}"/>
          </ac:spMkLst>
        </pc:spChg>
        <pc:picChg chg="add mod">
          <ac:chgData name="Kamal singh" userId="668bafdbc7d54337" providerId="LiveId" clId="{5842E8C9-93D4-4D0B-92B8-E59709468EA1}" dt="2025-11-13T11:20:22.053" v="51" actId="1076"/>
          <ac:picMkLst>
            <pc:docMk/>
            <pc:sldMk cId="3637882714" sldId="413"/>
            <ac:picMk id="9" creationId="{0C17F286-68C4-6809-F79F-015358067763}"/>
          </ac:picMkLst>
        </pc:picChg>
      </pc:sldChg>
      <pc:sldChg chg="addSp modSp mod">
        <pc:chgData name="Kamal singh" userId="668bafdbc7d54337" providerId="LiveId" clId="{5842E8C9-93D4-4D0B-92B8-E59709468EA1}" dt="2025-11-13T11:42:50.787" v="181" actId="255"/>
        <pc:sldMkLst>
          <pc:docMk/>
          <pc:sldMk cId="233832347" sldId="414"/>
        </pc:sldMkLst>
        <pc:spChg chg="mod">
          <ac:chgData name="Kamal singh" userId="668bafdbc7d54337" providerId="LiveId" clId="{5842E8C9-93D4-4D0B-92B8-E59709468EA1}" dt="2025-11-13T11:42:50.787" v="181" actId="255"/>
          <ac:spMkLst>
            <pc:docMk/>
            <pc:sldMk cId="233832347" sldId="414"/>
            <ac:spMk id="2" creationId="{B97308E2-27F3-8C7A-14D2-F3E7E73BE30D}"/>
          </ac:spMkLst>
        </pc:spChg>
        <pc:picChg chg="add mod">
          <ac:chgData name="Kamal singh" userId="668bafdbc7d54337" providerId="LiveId" clId="{5842E8C9-93D4-4D0B-92B8-E59709468EA1}" dt="2025-11-13T11:16:26.880" v="25" actId="1076"/>
          <ac:picMkLst>
            <pc:docMk/>
            <pc:sldMk cId="233832347" sldId="414"/>
            <ac:picMk id="4098" creationId="{61A55ADC-BF42-358B-200D-07D60E4DA3CD}"/>
          </ac:picMkLst>
        </pc:picChg>
      </pc:sldChg>
      <pc:sldChg chg="modSp mod">
        <pc:chgData name="Kamal singh" userId="668bafdbc7d54337" providerId="LiveId" clId="{5842E8C9-93D4-4D0B-92B8-E59709468EA1}" dt="2025-11-13T11:42:58.335" v="182" actId="255"/>
        <pc:sldMkLst>
          <pc:docMk/>
          <pc:sldMk cId="994708371" sldId="415"/>
        </pc:sldMkLst>
        <pc:spChg chg="mod">
          <ac:chgData name="Kamal singh" userId="668bafdbc7d54337" providerId="LiveId" clId="{5842E8C9-93D4-4D0B-92B8-E59709468EA1}" dt="2025-11-13T11:42:58.335" v="182" actId="255"/>
          <ac:spMkLst>
            <pc:docMk/>
            <pc:sldMk cId="994708371" sldId="415"/>
            <ac:spMk id="2" creationId="{9477A67E-9037-E1A3-BCE8-CF170512A7E6}"/>
          </ac:spMkLst>
        </pc:spChg>
        <pc:spChg chg="mod">
          <ac:chgData name="Kamal singh" userId="668bafdbc7d54337" providerId="LiveId" clId="{5842E8C9-93D4-4D0B-92B8-E59709468EA1}" dt="2025-11-13T11:20:36.411" v="53" actId="27636"/>
          <ac:spMkLst>
            <pc:docMk/>
            <pc:sldMk cId="994708371" sldId="415"/>
            <ac:spMk id="3" creationId="{6582DD42-8FB2-8F61-C938-B4BDB2DE49EE}"/>
          </ac:spMkLst>
        </pc:spChg>
      </pc:sldChg>
      <pc:sldChg chg="addSp delSp modSp mod">
        <pc:chgData name="Kamal singh" userId="668bafdbc7d54337" providerId="LiveId" clId="{5842E8C9-93D4-4D0B-92B8-E59709468EA1}" dt="2025-11-13T11:42:26.757" v="178" actId="255"/>
        <pc:sldMkLst>
          <pc:docMk/>
          <pc:sldMk cId="3796021677" sldId="416"/>
        </pc:sldMkLst>
        <pc:spChg chg="add mod">
          <ac:chgData name="Kamal singh" userId="668bafdbc7d54337" providerId="LiveId" clId="{5842E8C9-93D4-4D0B-92B8-E59709468EA1}" dt="2025-11-13T11:42:26.757" v="178" actId="255"/>
          <ac:spMkLst>
            <pc:docMk/>
            <pc:sldMk cId="3796021677" sldId="416"/>
            <ac:spMk id="9" creationId="{A09B7159-2259-8907-B701-30604F3E64B7}"/>
          </ac:spMkLst>
        </pc:spChg>
        <pc:spChg chg="add del mod">
          <ac:chgData name="Kamal singh" userId="668bafdbc7d54337" providerId="LiveId" clId="{5842E8C9-93D4-4D0B-92B8-E59709468EA1}" dt="2025-11-13T11:39:15.969" v="154" actId="22"/>
          <ac:spMkLst>
            <pc:docMk/>
            <pc:sldMk cId="3796021677" sldId="416"/>
            <ac:spMk id="11" creationId="{DBB86525-056E-ACD7-F688-9F6AF66BA3AF}"/>
          </ac:spMkLst>
        </pc:spChg>
        <pc:spChg chg="add del">
          <ac:chgData name="Kamal singh" userId="668bafdbc7d54337" providerId="LiveId" clId="{5842E8C9-93D4-4D0B-92B8-E59709468EA1}" dt="2025-11-13T11:39:27.131" v="156" actId="22"/>
          <ac:spMkLst>
            <pc:docMk/>
            <pc:sldMk cId="3796021677" sldId="416"/>
            <ac:spMk id="13" creationId="{DB606FE4-769C-781B-2754-930D6D8CE3BC}"/>
          </ac:spMkLst>
        </pc:spChg>
        <pc:spChg chg="add mod">
          <ac:chgData name="Kamal singh" userId="668bafdbc7d54337" providerId="LiveId" clId="{5842E8C9-93D4-4D0B-92B8-E59709468EA1}" dt="2025-11-13T11:40:26.717" v="163" actId="14100"/>
          <ac:spMkLst>
            <pc:docMk/>
            <pc:sldMk cId="3796021677" sldId="416"/>
            <ac:spMk id="14" creationId="{4A4DD07D-307E-7855-E763-A533BA28A39B}"/>
          </ac:spMkLst>
        </pc:spChg>
        <pc:spChg chg="add mod">
          <ac:chgData name="Kamal singh" userId="668bafdbc7d54337" providerId="LiveId" clId="{5842E8C9-93D4-4D0B-92B8-E59709468EA1}" dt="2025-11-13T11:39:53.376" v="159"/>
          <ac:spMkLst>
            <pc:docMk/>
            <pc:sldMk cId="3796021677" sldId="416"/>
            <ac:spMk id="15" creationId="{1CE47BE1-A189-5ED1-F9E0-03AE5CA7D79D}"/>
          </ac:spMkLst>
        </pc:spChg>
        <pc:picChg chg="del">
          <ac:chgData name="Kamal singh" userId="668bafdbc7d54337" providerId="LiveId" clId="{5842E8C9-93D4-4D0B-92B8-E59709468EA1}" dt="2025-11-13T11:32:30.115" v="104" actId="478"/>
          <ac:picMkLst>
            <pc:docMk/>
            <pc:sldMk cId="3796021677" sldId="416"/>
            <ac:picMk id="4" creationId="{44957CDA-E684-0259-B349-33797E9CBCC2}"/>
          </ac:picMkLst>
        </pc:picChg>
        <pc:picChg chg="add mod">
          <ac:chgData name="Kamal singh" userId="668bafdbc7d54337" providerId="LiveId" clId="{5842E8C9-93D4-4D0B-92B8-E59709468EA1}" dt="2025-11-13T11:37:23.725" v="135" actId="1076"/>
          <ac:picMkLst>
            <pc:docMk/>
            <pc:sldMk cId="3796021677" sldId="416"/>
            <ac:picMk id="5" creationId="{81E515A7-B94D-5E63-DA94-E49EECC95A80}"/>
          </ac:picMkLst>
        </pc:picChg>
        <pc:picChg chg="add mod">
          <ac:chgData name="Kamal singh" userId="668bafdbc7d54337" providerId="LiveId" clId="{5842E8C9-93D4-4D0B-92B8-E59709468EA1}" dt="2025-11-13T11:37:19.708" v="134" actId="1076"/>
          <ac:picMkLst>
            <pc:docMk/>
            <pc:sldMk cId="3796021677" sldId="416"/>
            <ac:picMk id="7" creationId="{08B39827-81DD-DDCC-DE4A-D3331B348F0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people/girl-with-kittens.jpg.php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BIG DATA ANALYTICS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47071" y="186186"/>
            <a:ext cx="847709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200" dirty="0">
                <a:latin typeface="Arial Black" panose="020B0A04020102020204" pitchFamily="34" charset="0"/>
              </a:rPr>
              <a:t>AI Ethics: A Review of Bias and Fairness in Machine Learning Models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40378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Kamal Singh(22BDA70039)</a:t>
            </a:r>
          </a:p>
          <a:p>
            <a:r>
              <a:rPr lang="en-US" sz="2000" dirty="0"/>
              <a:t>Ayushika Singh Rajput(22BDA70020) </a:t>
            </a:r>
          </a:p>
          <a:p>
            <a:r>
              <a:rPr lang="en-US" sz="2000" dirty="0"/>
              <a:t>Piyush </a:t>
            </a:r>
            <a:r>
              <a:rPr lang="en-US" sz="2000" dirty="0" err="1"/>
              <a:t>Mahawar</a:t>
            </a:r>
            <a:r>
              <a:rPr lang="en-US" sz="2000" dirty="0"/>
              <a:t>(22BDA70126)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136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</a:t>
            </a:r>
          </a:p>
          <a:p>
            <a:r>
              <a:rPr lang="en-US" sz="2000" b="1" dirty="0"/>
              <a:t>Dr. Sonam Sharma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304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6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8741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2024"/>
            <a:ext cx="7027506" cy="4618751"/>
          </a:xfrm>
        </p:spPr>
        <p:txBody>
          <a:bodyPr>
            <a:normAutofit/>
          </a:bodyPr>
          <a:lstStyle/>
          <a:p>
            <a:r>
              <a:rPr lang="en-US" dirty="0"/>
              <a:t>AI systems depend on data → biased data → biased outputs.</a:t>
            </a:r>
          </a:p>
          <a:p>
            <a:r>
              <a:rPr lang="en-US" dirty="0"/>
              <a:t>Example: Hiring system preferring men due to biased historical data.</a:t>
            </a:r>
          </a:p>
          <a:p>
            <a:r>
              <a:rPr lang="en-US" dirty="0"/>
              <a:t>Fairness ensures equal treatment of all groups.</a:t>
            </a:r>
          </a:p>
          <a:p>
            <a:r>
              <a:rPr lang="en-US" dirty="0"/>
              <a:t>Bias comes from </a:t>
            </a:r>
            <a:r>
              <a:rPr lang="en-US" b="1" dirty="0"/>
              <a:t>data, algorithms, and human judgement</a:t>
            </a:r>
            <a:r>
              <a:rPr lang="en-US" dirty="0"/>
              <a:t>.</a:t>
            </a:r>
          </a:p>
          <a:p>
            <a:r>
              <a:rPr lang="en-US" dirty="0"/>
              <a:t>Requires fairness methods at all stages of the AI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AutoShape 2" descr="Image result for give me the image for artificial intelligence">
            <a:extLst>
              <a:ext uri="{FF2B5EF4-FFF2-40B4-BE49-F238E27FC236}">
                <a16:creationId xmlns:a16="http://schemas.microsoft.com/office/drawing/2014/main" id="{D562E9EF-E4F9-EF95-5F89-7143D4CAD5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Image result for give me the image for artificial intelligence">
            <a:extLst>
              <a:ext uri="{FF2B5EF4-FFF2-40B4-BE49-F238E27FC236}">
                <a16:creationId xmlns:a16="http://schemas.microsoft.com/office/drawing/2014/main" id="{6E8253CC-3F8B-01CC-5EA6-451F8ED2D7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9000"/>
            <a:ext cx="305733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30" name="Picture 10" descr="Ai models: Wie funktioniert das?">
            <a:extLst>
              <a:ext uri="{FF2B5EF4-FFF2-40B4-BE49-F238E27FC236}">
                <a16:creationId xmlns:a16="http://schemas.microsoft.com/office/drawing/2014/main" id="{21B8F53A-6811-4FD8-CA07-AD0BD6704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078" y="1070123"/>
            <a:ext cx="4077478" cy="502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0B6E-512D-7064-1447-C51D5C5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57"/>
            <a:ext cx="10515600" cy="1191445"/>
          </a:xfrm>
        </p:spPr>
        <p:txBody>
          <a:bodyPr>
            <a:normAutofit/>
          </a:bodyPr>
          <a:lstStyle/>
          <a:p>
            <a:r>
              <a:rPr lang="en-US" b="1" dirty="0"/>
              <a:t>INTRODUCTION TO PROJECT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F8E05-1D01-1315-4DF2-FCE65302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BE9E875-2BCC-1C20-DFDD-D70EC1DD2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110" y="1505428"/>
            <a:ext cx="9638522" cy="357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AI and Machine Learning are used in many important areas like healthcare, banking, hiring, and law.</a:t>
            </a:r>
          </a:p>
          <a:p>
            <a:r>
              <a:rPr lang="en-US" dirty="0"/>
              <a:t>These systems learn from data, so if the data has mistakes or unfair patterns, the AI will also give biased results.</a:t>
            </a:r>
          </a:p>
          <a:p>
            <a:r>
              <a:rPr lang="en-US" dirty="0"/>
              <a:t>Bias in AI can cause unfair decisions that affect people, so it is important to make AI fair, transparent, and responsible.</a:t>
            </a:r>
          </a:p>
          <a:p>
            <a:r>
              <a:rPr lang="en-US" dirty="0"/>
              <a:t>This project studies how bias happens in AI, its effects, and the methods we can use to reduce it and make AI more fair.</a:t>
            </a:r>
          </a:p>
        </p:txBody>
      </p:sp>
    </p:spTree>
    <p:extLst>
      <p:ext uri="{BB962C8B-B14F-4D97-AF65-F5344CB8AC3E}">
        <p14:creationId xmlns:p14="http://schemas.microsoft.com/office/powerpoint/2010/main" val="336339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PROBLEM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2220A90-CF06-47BD-CD26-74834B481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6920" y="1443841"/>
            <a:ext cx="69751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 systems learn from biased or incomplete data, causing unfair and unequal decisions.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There is no single standard method to detect or reduce bias in different AI models.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main challenge is to find where bias enters the AI pipeline and apply methods to reduce it without reducing accuracy.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Premium Photo | Artificial intelligence Free photos Image and ...">
            <a:extLst>
              <a:ext uri="{FF2B5EF4-FFF2-40B4-BE49-F238E27FC236}">
                <a16:creationId xmlns:a16="http://schemas.microsoft.com/office/drawing/2014/main" id="{7D6BC614-19DF-A170-C4B5-330332889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159" y="569166"/>
            <a:ext cx="4394718" cy="522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506" y="136526"/>
            <a:ext cx="10515600" cy="936924"/>
          </a:xfrm>
        </p:spPr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213"/>
            <a:ext cx="9192208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find out how bias enters AI and machine learning systems through data, algorithms, and human decisions.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study different fairness techniques and tools (like AIF360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Fairlearn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that help reduce bias in AI models.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understand the ethical and social impact of biased AI in areas like healthcare, finance, hiring, and criminal justice.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1F42-5E1A-1224-57C5-89273F1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047"/>
            <a:ext cx="10515600" cy="978483"/>
          </a:xfrm>
        </p:spPr>
        <p:txBody>
          <a:bodyPr>
            <a:normAutofit/>
          </a:bodyPr>
          <a:lstStyle/>
          <a:p>
            <a:r>
              <a:rPr lang="en-US" b="1" dirty="0"/>
              <a:t>METHODOLOGY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CAE31-C30F-3350-5E90-F9EFD009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6812E5-0C23-69C0-7D42-F28B0D84AE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65530"/>
            <a:ext cx="9752045" cy="5913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Data Collection &amp; Exploration:</a:t>
            </a:r>
            <a:br>
              <a:rPr lang="en-US" sz="2200" dirty="0"/>
            </a:br>
            <a:r>
              <a:rPr lang="en-US" sz="2200" dirty="0"/>
              <a:t>Collect the dataset and check for imbalance, missing values, and under-represented groups.</a:t>
            </a:r>
          </a:p>
          <a:p>
            <a:r>
              <a:rPr lang="en-US" sz="2200" b="1" dirty="0"/>
              <a:t>Bias Identification:</a:t>
            </a:r>
            <a:br>
              <a:rPr lang="en-US" sz="2200" dirty="0"/>
            </a:br>
            <a:r>
              <a:rPr lang="en-US" sz="2200" dirty="0"/>
              <a:t>Use fairness metrics like demographic parity and equal opportunity to detect biased behavior.</a:t>
            </a:r>
          </a:p>
          <a:p>
            <a:r>
              <a:rPr lang="en-US" sz="2200" b="1" dirty="0"/>
              <a:t>Bias Mitigation:</a:t>
            </a:r>
            <a:br>
              <a:rPr lang="en-US" sz="2200" dirty="0"/>
            </a:br>
            <a:r>
              <a:rPr lang="en-US" sz="2200" dirty="0"/>
              <a:t>Apply techniques like SMOTE, resampling, fairness constraints, or debiasing algorithms (AIF360, </a:t>
            </a:r>
            <a:r>
              <a:rPr lang="en-US" sz="2200" dirty="0" err="1"/>
              <a:t>Fairlearn</a:t>
            </a:r>
            <a:r>
              <a:rPr lang="en-US" sz="2200" dirty="0"/>
              <a:t>).</a:t>
            </a:r>
          </a:p>
          <a:p>
            <a:r>
              <a:rPr lang="en-US" sz="2200" b="1" dirty="0"/>
              <a:t>Model Training &amp; Evaluation:</a:t>
            </a:r>
            <a:br>
              <a:rPr lang="en-US" sz="2200" dirty="0"/>
            </a:br>
            <a:r>
              <a:rPr lang="en-US" sz="2200" dirty="0"/>
              <a:t>Train models with fairness-focused methods and evaluate using both accuracy and fairness metrics.</a:t>
            </a:r>
          </a:p>
          <a:p>
            <a:r>
              <a:rPr lang="en-US" sz="2200" b="1" dirty="0"/>
              <a:t>Continuous Monitoring:</a:t>
            </a:r>
            <a:br>
              <a:rPr lang="en-US" sz="2200" dirty="0"/>
            </a:br>
            <a:r>
              <a:rPr lang="en-US" sz="2200" dirty="0"/>
              <a:t>Track model performance and fairness over time to avoid bias drift after deployment.</a:t>
            </a:r>
          </a:p>
          <a:p>
            <a:pPr marL="0" indent="0">
              <a:buNone/>
            </a:pPr>
            <a:br>
              <a:rPr lang="en-US" sz="2200" dirty="0"/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28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8CE3-4E88-9EDF-FD0E-9409A57A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FLOWCHART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72C0-B3D5-267E-E5AC-151D9A22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48F4F4D-3D6D-D2DD-9208-B1B6962DE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94923" y="905069"/>
            <a:ext cx="3907507" cy="51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82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5102C-061D-5CC2-939F-8DBF4EFD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515A7-B94D-5E63-DA94-E49EECC9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78" y="1711521"/>
            <a:ext cx="5515745" cy="3629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B39827-81DD-DDCC-DE4A-D3331B348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12" y="1711521"/>
            <a:ext cx="5020376" cy="36962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9B7159-2259-8907-B701-30604F3E64B7}"/>
              </a:ext>
            </a:extLst>
          </p:cNvPr>
          <p:cNvSpPr txBox="1"/>
          <p:nvPr/>
        </p:nvSpPr>
        <p:spPr>
          <a:xfrm>
            <a:off x="845199" y="222130"/>
            <a:ext cx="77654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RESULTS AND OUTPUTS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D07D-307E-7855-E763-A533BA28A39B}"/>
              </a:ext>
            </a:extLst>
          </p:cNvPr>
          <p:cNvSpPr txBox="1"/>
          <p:nvPr/>
        </p:nvSpPr>
        <p:spPr>
          <a:xfrm>
            <a:off x="3087657" y="5666021"/>
            <a:ext cx="5841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“Selection Rate &amp; Experience Distribution by Gender”</a:t>
            </a:r>
          </a:p>
        </p:txBody>
      </p:sp>
    </p:spTree>
    <p:extLst>
      <p:ext uri="{BB962C8B-B14F-4D97-AF65-F5344CB8AC3E}">
        <p14:creationId xmlns:p14="http://schemas.microsoft.com/office/powerpoint/2010/main" val="379602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8341-898D-438C-7D41-01ACD215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RESULTS AND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4AEA9-366F-0ABF-26A0-9F9F93EE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6C61B9-C371-CD5D-085D-9603162233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9453" y="1491357"/>
            <a:ext cx="8940408" cy="319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model showed bias in the beginning, and some groups were treated unfairly.</a:t>
            </a:r>
          </a:p>
          <a:p>
            <a:r>
              <a:rPr lang="en-US" dirty="0"/>
              <a:t>After applying bias-reduction methods, the fairness of the model improved.</a:t>
            </a:r>
          </a:p>
          <a:p>
            <a:r>
              <a:rPr lang="en-US" dirty="0"/>
              <a:t>The model gave more balanced and equal predictions for all groups.</a:t>
            </a:r>
          </a:p>
          <a:p>
            <a:r>
              <a:rPr lang="en-US" dirty="0"/>
              <a:t>Accuracy remained acceptable while fairness increased.</a:t>
            </a:r>
          </a:p>
        </p:txBody>
      </p:sp>
    </p:spTree>
    <p:extLst>
      <p:ext uri="{BB962C8B-B14F-4D97-AF65-F5344CB8AC3E}">
        <p14:creationId xmlns:p14="http://schemas.microsoft.com/office/powerpoint/2010/main" val="347606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C343-5E9C-1DEB-6E81-4EB29459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22309"/>
          </a:xfrm>
        </p:spPr>
        <p:txBody>
          <a:bodyPr>
            <a:normAutofit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7592C-888C-102D-D221-3400188C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7B5138-1562-11CF-35F5-B62A49619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9885" y="1160351"/>
            <a:ext cx="739817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AI systems can become biased due to issues in data and algorithms, which can lead to unfair decisions. Ensuring fairness requires careful design, testing, and transparency.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Although bias-reduction tools help, achieving fully fair AI is still challenging. Continuous monitoring, ethical guidelines, and collaboration are needed to build trustworthy and responsible AI systems.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3" descr="Computer Components Artificial Intelligence Photo">
            <a:extLst>
              <a:ext uri="{FF2B5EF4-FFF2-40B4-BE49-F238E27FC236}">
                <a16:creationId xmlns:a16="http://schemas.microsoft.com/office/drawing/2014/main" id="{4792CA3B-7989-80B8-C589-18471C73A8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3999" y="2772746"/>
            <a:ext cx="2062065" cy="206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5" descr="Computer Components Artificial Intelligence Photo">
            <a:extLst>
              <a:ext uri="{FF2B5EF4-FFF2-40B4-BE49-F238E27FC236}">
                <a16:creationId xmlns:a16="http://schemas.microsoft.com/office/drawing/2014/main" id="{0DA99A9F-86BD-CFA5-978F-06BA0B8E4B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24500" y="28575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7F286-68C4-6809-F79F-01535806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78121" y="1222310"/>
            <a:ext cx="3955622" cy="479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8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08E2-27F3-8C7A-14D2-F3E7E73B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8F500-B3A9-9BB0-9027-FD71E362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3CBC6B-2B3D-2450-ABCE-526C55DE3D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2886" y="1434006"/>
            <a:ext cx="6999513" cy="357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Create clearer fairness rules for different fields.</a:t>
            </a:r>
          </a:p>
          <a:p>
            <a:r>
              <a:rPr lang="en-US" dirty="0"/>
              <a:t>Improve methods to detect hidden and intersectional bias.</a:t>
            </a:r>
          </a:p>
          <a:p>
            <a:r>
              <a:rPr lang="en-US" dirty="0"/>
              <a:t>Develop fairness tools for generative AI (text/images).</a:t>
            </a:r>
          </a:p>
          <a:p>
            <a:r>
              <a:rPr lang="en-US" dirty="0"/>
              <a:t>Stronger laws and regular audits for fair and safe AI.</a:t>
            </a:r>
          </a:p>
        </p:txBody>
      </p:sp>
      <p:pic>
        <p:nvPicPr>
          <p:cNvPr id="4098" name="Picture 2" descr="20,000+ Free Machine Learning. &amp; Artificial Intelligence Images - Pixabay">
            <a:extLst>
              <a:ext uri="{FF2B5EF4-FFF2-40B4-BE49-F238E27FC236}">
                <a16:creationId xmlns:a16="http://schemas.microsoft.com/office/drawing/2014/main" id="{61A55ADC-BF42-358B-200D-07D60E4DA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143" y="961053"/>
            <a:ext cx="4217437" cy="507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3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7A67E-9037-E1A3-BCE8-CF170512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64487"/>
          </a:xfrm>
        </p:spPr>
        <p:txBody>
          <a:bodyPr>
            <a:normAutofit/>
          </a:bodyPr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DD42-8FB2-8F61-C938-B4BDB2DE4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lvl="0" indent="-514350" fontAlgn="base">
              <a:buFont typeface="+mj-lt"/>
              <a:buAutoNum type="arabicPeriod"/>
            </a:pPr>
            <a:r>
              <a:rPr lang="en-IN" dirty="0" err="1"/>
              <a:t>Nathim</a:t>
            </a:r>
            <a:r>
              <a:rPr lang="en-IN" dirty="0"/>
              <a:t>, K. W., Hameed, N. A., Salih, S. A., Taher, N. A., Salman, H. M., &amp; </a:t>
            </a:r>
            <a:r>
              <a:rPr lang="en-IN" dirty="0" err="1"/>
              <a:t>Chornomordenko</a:t>
            </a:r>
            <a:r>
              <a:rPr lang="en-IN" dirty="0"/>
              <a:t>, D. (2024). Ethical AI with Balancing Bias Mitigation and Fairness in Machine Learning Models. PROCEEDING OF THE 36TH CONFERENCE OF FRUCT ASSOCIATION, 797–807.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Jaiswal, R. K., Sharma, S. S., &amp; Kaushik, R. (2023). ETHICS IN AI AND MACHINE LEARNING. Journal of Nonlinear Analysis and Optimization, 14(1).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 err="1"/>
              <a:t>Kamatala</a:t>
            </a:r>
            <a:r>
              <a:rPr lang="en-IN" dirty="0"/>
              <a:t>, S., </a:t>
            </a:r>
            <a:r>
              <a:rPr lang="en-IN" dirty="0" err="1"/>
              <a:t>Naayini</a:t>
            </a:r>
            <a:r>
              <a:rPr lang="en-IN" dirty="0"/>
              <a:t>, P., &amp; </a:t>
            </a:r>
            <a:r>
              <a:rPr lang="en-IN" dirty="0" err="1"/>
              <a:t>Myakala</a:t>
            </a:r>
            <a:r>
              <a:rPr lang="en-IN" dirty="0"/>
              <a:t>, P. K. (2025). Mitigating Bias in AI: A Framework for Ethical and Fair Machine Learning Models. International Journal of Research and Analytical Reviews (IJRAR), 12(1), 848–853.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 err="1"/>
              <a:t>Oyeniran</a:t>
            </a:r>
            <a:r>
              <a:rPr lang="en-IN" dirty="0"/>
              <a:t>, O. C., Adewusi, A. O., Adeleke, A. G., </a:t>
            </a:r>
            <a:r>
              <a:rPr lang="en-IN" dirty="0" err="1"/>
              <a:t>Akwawa</a:t>
            </a:r>
            <a:r>
              <a:rPr lang="en-IN" dirty="0"/>
              <a:t>, L. A., &amp; </a:t>
            </a:r>
            <a:r>
              <a:rPr lang="en-IN" dirty="0" err="1"/>
              <a:t>Azubuko</a:t>
            </a:r>
            <a:r>
              <a:rPr lang="en-IN" dirty="0"/>
              <a:t>, C. F. (2022). Ethical AI: Addressing bias in machine learning models and software applications. Computer Science &amp; IT Research Journal, 3(3), 115–126.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BDF94-60F0-D4F0-B698-93163A78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08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73B7-4443-42B0-0B6E-F3442F8F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151" y="2103437"/>
            <a:ext cx="10515600" cy="164746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50E34-B693-C108-DC8B-B66F699A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371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6285</TotalTime>
  <Words>846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</vt:lpstr>
      <vt:lpstr>INTRODUCTION TO PROJECT</vt:lpstr>
      <vt:lpstr>PROBLEM FORMULATION</vt:lpstr>
      <vt:lpstr>OBJECTIVES</vt:lpstr>
      <vt:lpstr>METHODOLOGY</vt:lpstr>
      <vt:lpstr>FLOWCHART</vt:lpstr>
      <vt:lpstr>PowerPoint Presentation</vt:lpstr>
      <vt:lpstr>RESULTS AND OUTPUTS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Kamal singh</cp:lastModifiedBy>
  <cp:revision>496</cp:revision>
  <dcterms:created xsi:type="dcterms:W3CDTF">2019-01-09T10:33:58Z</dcterms:created>
  <dcterms:modified xsi:type="dcterms:W3CDTF">2025-11-13T11:43:18Z</dcterms:modified>
</cp:coreProperties>
</file>